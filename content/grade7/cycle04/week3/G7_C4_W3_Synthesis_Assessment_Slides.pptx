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228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Cycle 4: Synthesis &amp;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Grade 7 | Week 3 | Human Impacts on Water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Assessment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PART 1: Synthesis Review (20 pts, ~15 min)</a:t>
            </a:r>
          </a:p>
          <a:p>
            <a:pPr>
              <a:spcAft>
                <a:spcPts val="1000"/>
              </a:spcAft>
              <a:defRPr sz="2200"/>
            </a:pPr>
            <a:r>
              <a:t>  → Connect Week 1 and Week 2 concepts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• PART 2: Cumulative Assessment (60 pts, ~40 min)</a:t>
            </a:r>
          </a:p>
          <a:p>
            <a:pPr>
              <a:spcAft>
                <a:spcPts val="1000"/>
              </a:spcAft>
              <a:defRPr sz="2200"/>
            </a:pPr>
            <a:r>
              <a:t>  → Comprehensive demonstration of learning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• PART 3: Misconception Check (20 pts, ~20 min)</a:t>
            </a:r>
          </a:p>
          <a:p>
            <a:pPr>
              <a:spcAft>
                <a:spcPts val="1000"/>
              </a:spcAft>
              <a:defRPr sz="2200"/>
            </a:pPr>
            <a:r>
              <a:t>  → Final verification of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Review: What You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Week 1: Ocean Acidification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CO₂ + H₂O → carbonic acid</a:t>
            </a:r>
          </a:p>
          <a:p>
            <a:pPr>
              <a:spcAft>
                <a:spcPts val="800"/>
              </a:spcAft>
              <a:defRPr sz="1800"/>
            </a:pPr>
            <a:r>
              <a:t>• pH scale is logarithmic</a:t>
            </a:r>
          </a:p>
          <a:p>
            <a:pPr>
              <a:spcAft>
                <a:spcPts val="800"/>
              </a:spcAft>
              <a:defRPr sz="1800"/>
            </a:pPr>
            <a:r>
              <a:t>• Harms shell-building organisms</a:t>
            </a:r>
          </a:p>
          <a:p>
            <a:pPr>
              <a:spcAft>
                <a:spcPts val="800"/>
              </a:spcAft>
              <a:defRPr sz="1800"/>
            </a:pPr>
            <a:r>
              <a:t>• Conservation of mass applies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3AED"/>
                </a:solidFill>
              </a:defRPr>
            </a:pPr>
            <a:r>
              <a:t>Week 2: Eutrophication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Nutrients → algae → O₂ depletion</a:t>
            </a:r>
          </a:p>
          <a:p>
            <a:pPr>
              <a:spcAft>
                <a:spcPts val="800"/>
              </a:spcAft>
              <a:defRPr sz="1800"/>
            </a:pPr>
            <a:r>
              <a:t>• Sources: fertilizers, sewage</a:t>
            </a:r>
          </a:p>
          <a:p>
            <a:pPr>
              <a:spcAft>
                <a:spcPts val="800"/>
              </a:spcAft>
              <a:defRPr sz="1800"/>
            </a:pPr>
            <a:r>
              <a:t>• Gulf of Mexico dead zone</a:t>
            </a:r>
          </a:p>
          <a:p>
            <a:pPr>
              <a:spcAft>
                <a:spcPts val="800"/>
              </a:spcAft>
              <a:defRPr sz="1800"/>
            </a:pPr>
            <a:r>
              <a:t>• Positive feedback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Both are HUMAN-CAUSED impacts on water</a:t>
            </a:r>
          </a:p>
          <a:p>
            <a:pPr>
              <a:spcAft>
                <a:spcPts val="1000"/>
              </a:spcAft>
              <a:defRPr sz="2200"/>
            </a:pPr>
            <a:r>
              <a:t>• Both are CASCADE PROCESSES</a:t>
            </a:r>
          </a:p>
          <a:p>
            <a:pPr>
              <a:spcAft>
                <a:spcPts val="1000"/>
              </a:spcAft>
              <a:defRPr sz="2200"/>
            </a:pPr>
            <a:r>
              <a:t>• Both can be MONITORED and REDUCED</a:t>
            </a:r>
          </a:p>
          <a:p>
            <a:pPr>
              <a:spcAft>
                <a:spcPts val="1000"/>
              </a:spcAft>
              <a:defRPr sz="2200"/>
            </a:pPr>
            <a:r>
              <a:t>• Both connect to Cycle 3 FEEDBACK LOOPS</a:t>
            </a:r>
          </a:p>
          <a:p>
            <a:pPr>
              <a:spcAft>
                <a:spcPts val="1000"/>
              </a:spcAft>
              <a:defRPr sz="2200"/>
            </a:pPr>
            <a:r>
              <a:t>• Both demonstrate SYSTEMS THINKING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Tips for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Complete parts in order—they build on each other</a:t>
            </a:r>
          </a:p>
          <a:p>
            <a:pPr>
              <a:spcAft>
                <a:spcPts val="1000"/>
              </a:spcAft>
              <a:defRPr sz="2200"/>
            </a:pPr>
            <a:r>
              <a:t>• Take short breaks between parts (5 minutes)</a:t>
            </a:r>
          </a:p>
          <a:p>
            <a:pPr>
              <a:spcAft>
                <a:spcPts val="1000"/>
              </a:spcAft>
              <a:defRPr sz="2200"/>
            </a:pPr>
            <a:r>
              <a:t>• Show your work on calculation questions</a:t>
            </a:r>
          </a:p>
          <a:p>
            <a:pPr>
              <a:spcAft>
                <a:spcPts val="1000"/>
              </a:spcAft>
              <a:defRPr sz="2200"/>
            </a:pPr>
            <a:r>
              <a:t>• Use scientific vocabulary in explanations</a:t>
            </a:r>
          </a:p>
          <a:p>
            <a:pPr>
              <a:spcAft>
                <a:spcPts val="1000"/>
              </a:spcAft>
              <a:defRPr sz="2200"/>
            </a:pPr>
            <a:r>
              <a:t>• Think about cause and effect chains</a:t>
            </a:r>
          </a:p>
          <a:p>
            <a:pPr>
              <a:spcAft>
                <a:spcPts val="1000"/>
              </a:spcAft>
              <a:defRPr sz="2200"/>
            </a:pPr>
            <a:r>
              <a:t>• Read feedback on Part 3 carefully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