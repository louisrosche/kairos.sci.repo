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8B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MORE melting?</a:t>
            </a:r>
            <a:br/>
            <a:r>
              <a:t>What creates this accelerating cycle?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229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173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116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6060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White/light - reflects most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blue - absorbs most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ice melts. This week: What happens AFTER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MORE heat → MORE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Set up heat lamp with 4 surfaces (3 min)</a:t>
            </a:r>
            <a:br/>
            <a:r>
              <a:t>   • Black paper, white paper, aluminum foil, water</a:t>
            </a:r>
            <a:br/>
            <a:r>
              <a:t>2. Record starting temperatures (2 min)</a:t>
            </a:r>
            <a:br/>
            <a:r>
              <a:t>3. Turn on heat lamp for 3 minutes (3 min)</a:t>
            </a:r>
            <a:br/>
            <a:r>
              <a:t>4. Record final temperatures (2 min)</a:t>
            </a:r>
            <a:br/>
            <a:r>
              <a:t>5. Calculate temperature changes (3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⚠️ Safety: Do NOT touch heat lamp bulb!</a:t>
            </a:r>
            <a:br/>
            <a:r>
              <a:t>Keep water away from electrical equipment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🏠 HOME ALTERNATIVE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Surface        | Start | After 3 min | Change</a:t>
            </a:r>
            <a:br/>
            <a:r>
              <a:t>Black paper   | 22°C  | 38°C        | +16°C</a:t>
            </a:r>
            <a:br/>
            <a:r>
              <a:t>Water          | 22°C  | 31°C        | +9°C</a:t>
            </a:r>
            <a:br/>
            <a:r>
              <a:t>White paper   | 22°C  | 27°C        | +5°C</a:t>
            </a:r>
            <a:br/>
            <a:r>
              <a:t>Aluminum foil | 22°C  | 24°C        | +2°C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paper heated most because its albedo is low, which means..."</a:t>
            </a:r>
            <a:br/>
            <a:r>
              <a:t>• "Surfaces with high albedo, like aluminum,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ice melts → dark ocean exposed → absorbs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heated most? How does this explain accelerating ice melt?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7451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058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